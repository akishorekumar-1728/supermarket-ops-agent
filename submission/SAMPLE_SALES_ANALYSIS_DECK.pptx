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Supermarket Kirana Store</a:t>
            </a:r>
          </a:p>
          <a:p>
            <a:pPr>
              <a:spcBef>
                <a:spcPts val="1000"/>
              </a:spcBef>
              <a:defRPr sz="1800">
                <a:solidFill>
                  <a:srgbClr val="2B6CB0"/>
                </a:solidFill>
              </a:defRPr>
            </a:pPr>
            <a:r>
              <a:t>Sales Analysis &amp; Operations Report (Weekly)</a:t>
            </a:r>
          </a:p>
          <a:p>
            <a:pPr>
              <a:spcBef>
                <a:spcPts val="2000"/>
              </a:spcBef>
              <a:defRPr sz="1200">
                <a:solidFill>
                  <a:srgbClr val="718096"/>
                </a:solidFill>
              </a:defRPr>
            </a:pPr>
            <a:r>
              <a:t>Generated: 16 September 2026 | Data Since: 2026-09-09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Sales Performance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TOTAL SALES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₹ 413.50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TOTAL BILLS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AVERAGE BILL VALUE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₹ 413.50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GST Tax Collections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TOTAL GST COLLECTED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₹ 15.50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CGST TOTAL (CENTRAL)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₹ 7.75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011680"/>
            <a:ext cx="2377440" cy="2011680"/>
          </a:xfrm>
          <a:prstGeom prst="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SGST TOTAL (STATE)</a:t>
            </a:r>
          </a:p>
          <a:p>
            <a:pPr algn="ctr">
              <a:spcBef>
                <a:spcPts val="2500"/>
              </a:spcBef>
              <a:defRPr sz="2200" b="1">
                <a:solidFill>
                  <a:srgbClr val="1A365D"/>
                </a:solidFill>
              </a:defRPr>
            </a:pPr>
            <a:r>
              <a:t>₹ 7.75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Payment Mode Breakdown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4593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Summary Table</a:t>
            </a:r>
          </a:p>
          <a:p>
            <a:pPr>
              <a:spcBef>
                <a:spcPts val="800"/>
              </a:spcBef>
              <a:defRPr sz="1200">
                <a:solidFill>
                  <a:srgbClr val="2D3748"/>
                </a:solidFill>
              </a:defRPr>
            </a:pPr>
            <a:r>
              <a:t>• UPI: ₹ 413.50 (1 bills)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Top Selling Products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59436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Stock Health &amp; Inventory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53030"/>
                </a:solidFill>
              </a:defRPr>
            </a:pPr>
            <a:r>
              <a:t>⚠️ Low Stock Alert (4 products require reordering):</a:t>
            </a:r>
          </a:p>
          <a:p>
            <a:pPr>
              <a:spcBef>
                <a:spcPts val="600"/>
              </a:spcBef>
              <a:defRPr sz="1100">
                <a:solidFill>
                  <a:srgbClr val="2D3748"/>
                </a:solidFill>
              </a:defRPr>
            </a:pPr>
            <a:r>
              <a:t>• Rice Sona Masoori (loose) (SKU: LOOS-RICE-KG): Stock = 15.0 kg (Reorder Level = 25, Shortfall = 10.0)</a:t>
            </a:r>
          </a:p>
          <a:p>
            <a:pPr>
              <a:spcBef>
                <a:spcPts val="600"/>
              </a:spcBef>
              <a:defRPr sz="1100">
                <a:solidFill>
                  <a:srgbClr val="2D3748"/>
                </a:solidFill>
              </a:defRPr>
            </a:pPr>
            <a:r>
              <a:t>• Aashirvaad Atta 5kg (SKU: AASH-ATTA-5KG): Stock = 7.0 bag (Reorder Level = 10, Shortfall = 3.0)</a:t>
            </a:r>
          </a:p>
          <a:p>
            <a:pPr>
              <a:spcBef>
                <a:spcPts val="600"/>
              </a:spcBef>
              <a:defRPr sz="1100">
                <a:solidFill>
                  <a:srgbClr val="2D3748"/>
                </a:solidFill>
              </a:defRPr>
            </a:pPr>
            <a:r>
              <a:t>• Surf Excel Washing Powder 1kg (SKU: SURF-EXCE-1KG): Stock = 5.0 pkt (Reorder Level = 8, Shortfall = 3.0)</a:t>
            </a:r>
          </a:p>
          <a:p>
            <a:pPr>
              <a:spcBef>
                <a:spcPts val="600"/>
              </a:spcBef>
              <a:defRPr sz="1100">
                <a:solidFill>
                  <a:srgbClr val="2D3748"/>
                </a:solidFill>
              </a:defRPr>
            </a:pPr>
            <a:r>
              <a:t>• Tata Salt 1kg (SKU: TATA-SALT-1KG): Stock = 20.0 pkt (Reorder Level = 20, Shortfall = 0.0)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PERFORMANCE ANALYTICS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Automated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Operational Takeaways:</a:t>
            </a:r>
          </a:p>
          <a:p>
            <a:pPr>
              <a:spcBef>
                <a:spcPts val="1000"/>
              </a:spcBef>
              <a:defRPr sz="1200">
                <a:solidFill>
                  <a:srgbClr val="2D3748"/>
                </a:solidFill>
              </a:defRPr>
            </a:pPr>
            <a:r>
              <a:t>• Highest demand product: 'Maggi Noodles 70g' leads total volume sales.</a:t>
            </a:r>
          </a:p>
          <a:p>
            <a:pPr>
              <a:spcBef>
                <a:spcPts val="1000"/>
              </a:spcBef>
              <a:defRPr sz="1200">
                <a:solidFill>
                  <a:srgbClr val="2D3748"/>
                </a:solidFill>
              </a:defRPr>
            </a:pPr>
            <a:r>
              <a:t>• Preferred payment method: 'UPI' is the most frequently used payment channel.</a:t>
            </a:r>
          </a:p>
          <a:p>
            <a:pPr>
              <a:spcBef>
                <a:spcPts val="1000"/>
              </a:spcBef>
              <a:defRPr sz="1200">
                <a:solidFill>
                  <a:srgbClr val="2D3748"/>
                </a:solidFill>
              </a:defRPr>
            </a:pPr>
            <a:r>
              <a:t>• Reorder priority: 4 products have hit inventory reorder thresholds.</a:t>
            </a:r>
          </a:p>
          <a:p>
            <a:pPr>
              <a:spcBef>
                <a:spcPts val="1000"/>
              </a:spcBef>
              <a:defRPr sz="1200">
                <a:solidFill>
                  <a:srgbClr val="2D3748"/>
                </a:solidFill>
              </a:defRPr>
            </a:pPr>
            <a:r>
              <a:t>• Revenue per ticket: Average customer transaction value is ₹ 413.50.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